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2057400"/>
          </a:xfrm>
          <a:prstGeom prst="roundRect">
            <a:avLst>
              <a:gd name="adj" fmla="val 2667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42416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OS TRÊS ITENS OBRIGATÓRIOS — CCS é conferência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16736"/>
            <a:ext cx="362559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h5-index (Google Scholar → Metrics):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correspondente ao h5: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posição ___ de ___  →  percentil ___  →  estrato 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Rank (portal.core.edu.au):  ______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3154680"/>
            <a:ext cx="3954780" cy="1280160"/>
          </a:xfrm>
          <a:prstGeom prst="roundRect">
            <a:avLst>
              <a:gd name="adj" fmla="val 4286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2826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vem esse percentil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93592"/>
            <a:ext cx="35890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Técnico, p. 12: a base do Google Scholar NÃO fornece percentis dentro dos agrupamentos temáticos. A CAPES contorna com uma base ampliada por área, o "Universo".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acesso a ele, use a lista da subárea — e DECLARE qual foi.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2026-09-17T14:15:23Z</dcterms:created>
  <dcterms:modified xsi:type="dcterms:W3CDTF">2026-09-17T14:15:23Z</dcterms:modified>
</cp:coreProperties>
</file>