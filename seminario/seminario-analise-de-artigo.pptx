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—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temas passaram por teste de viabilidade antes de virar projeto. Três caíram, um ficou inconclusivo.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 — malware bancário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rotula a CAMPANHA, não o payload.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do acervo brasileiro são containers, onde a métrica que eu usava nem existe. Erro meu, registrado.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aplicativos, 71 publicadores públicos,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Publicador identificado na origem: sem trabalho de atribuição — que foi o que matou o primeiro tema.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T. T.; BACKES, M.; STOCK, B.   In: Proceedings of the 2022 ACM SIGSAC Conference on Computer and Communications Security (CCS '22), 2022.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aberto: swag.cispa.saarland   ·   artefato: github.com/cispa/consent-notices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exata nos anais do CCS '22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afunilou de 239.381 para 13.082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artefato é citado no texto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2022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 —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 — é dependência técnica. Isso muda a pergunta.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828800"/>
          </a:xfrm>
          <a:prstGeom prst="roundRect">
            <a:avLst>
              <a:gd name="adj" fmla="val 3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42416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levantar — CCS é CONFERÊNCIA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16736"/>
            <a:ext cx="36255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h5-index do CCS (Google Scholar → Metrics):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h5-mediana: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Qualis correspondente ao h5: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Rank (portal.core.edu.au — aberto):  ______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926080"/>
            <a:ext cx="3954780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0540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Ressalva que rende ponto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64992"/>
            <a:ext cx="35890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Técnico (p. 12) diz que, para veículos sem CiteScore/JCR, o percentil é ESTIMADO por regressão CiteScore–h5.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estrato obtido por essa via é aproximação — diga isso.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2026-09-17T14:05:15Z</dcterms:created>
  <dcterms:modified xsi:type="dcterms:W3CDTF">2026-09-17T14:05:15Z</dcterms:modified>
</cp:coreProperties>
</file>