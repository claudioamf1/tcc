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que e de 2025 - estado da arte - e que e acesso aberto. Se perguntarem por artigos mais antigos, explique a diferenca entre precedente metodologico e estado da 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você não está supondo que o recorte existe, você mediu. Enfatize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de trabalho assumido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Rastreadores de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já verificado: 396 aplicativos, 71 publicadores públicos distintos.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1737360"/>
          </a:xfrm>
          <a:prstGeom prst="roundRect">
            <a:avLst>
              <a:gd name="adj" fmla="val 3158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67512" y="28986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ajuste conforme a conversa com o orientador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3172968"/>
            <a:ext cx="78089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orientador apontar outra direção, troque o artigo — ainda há tempo.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Diga em uma frase por que o tema ainda é 'de trabalho' e não definitivo: isso é honesto e antecipa a pergunta.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já houver termo de aceite assinado, mencione o nome do orientador aqui.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candidatos passaram por teste de viabilidade antes de virar projeto. Dois caíram.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7660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948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5948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5028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316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3316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de 71 publicadores públicos.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esferas representadas e o publicador identificado na origem — sem trabalho de atribuição.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Settings of Third-Party Libraries in Android Apps: A Study of Facebook SDKs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Proceedings on Privacy Enhancing Technologies (PoPETs), v. 2025, n. 1.   Acesso aberto: petsymposium.org/popets/2025/popets-2025-0056.php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confirme autores e paginação ao baixar o PDF 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próprias: mais de 6.000 apps populares examinados para detectar SDKs, verificar como o desenvolvedor configurou as opções de privacidade e confrontar isso com o que o app declara.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Autores, paginação e número da edição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onde os autores descrevem a coleta própria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exato do corpus analisado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PoPETs é PERIÓDICO — use JCR + Scopus, não h5/CORE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que valoriza a citação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2020 em conferência de segurança de primeira linha.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a média de citações da área, se conseguir o dado — contextualizar vale mais que o número cru.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 recorte já é viável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hipótese: eu medi.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governamentais de 71 publicadores públicos distintos, cobrindo as esferas federal, estadual e municipal.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me dá o método; o meu recorte dá o que ele não cobriu. E o corpus para cobri-lo já foi verificado.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828800"/>
          </a:xfrm>
          <a:prstGeom prst="roundRect">
            <a:avLst>
              <a:gd name="adj" fmla="val 3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levantar — PoPETs é PERIÓDICO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JIF Percentile (Web of Science → JCR):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Percentile (Scopus → Sources):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Qualis de cada um:  ______  /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estiver no JCR, reporte a ausência — é achado, não falha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3954780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540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 que rende ponto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64992"/>
            <a:ext cx="35890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Técnico (p. 12) diz que, para veículos sem CiteScore/JCR, o percentil é ESTIMADO por regressão CiteScore–h5.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estrato obtido por essa via é aproximação — diga isso.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2026-09-15T20:52:57Z</dcterms:created>
  <dcterms:modified xsi:type="dcterms:W3CDTF">2026-09-15T20:52:57Z</dcterms:modified>
</cp:coreProperties>
</file>