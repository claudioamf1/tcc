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Trung Tin; BACKES, Michael; STOCK, Ben.   In: CCS '22 — Proceedings of the 2022 ACM SIGSAC Conference on Computer and Communications Security. Los Angeles, 7–11 nov. 2022, p. 2369–2383.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RESEARCH-ARTICLE  ·  FREE ACCESS  ·  15 páginas  ·  artefato: github.com/cispa/gdpr-consent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confirmam que é original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Library:  etiqueta RESEARCH-ARTICLE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Scopus:  tipo de documento Conference Paper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artigo:  corpus e ferramenta construídos pelos autores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CITAÇÕES — levantadas em 17/09/2026, as três nas bases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7772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  42          Scopus  52          Google Acadêmico  99  (9 versões)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em 07/11/2022  ·  1.539 downloads na ACM  ·  239.381 apps analisados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42 &lt; 52 &lt; 99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hierarquia de cobertura das bases.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ACM conta só o próprio acervo. O Scopus acrescenta IEEE, Springer e Elsevier. O Scholar agrupa 9 versões do trabalho e ainda conta teses e relatórios.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691640"/>
          </a:xfrm>
          <a:prstGeom prst="roundRect">
            <a:avLst>
              <a:gd name="adj" fmla="val 324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607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OBRIGATÓRIOS — todos levantados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71600"/>
            <a:ext cx="35890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 = 90   (mediana 146)   posição 5 de 20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(posição 19 = AsiaCCS, h5 41 — outro evento; conferido)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= A1   (ver o limiar ao lado)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= A*   ICORE2026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761488"/>
            <a:ext cx="3954780" cy="1673352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895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A1, e não A2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00400"/>
            <a:ext cx="35890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N=20 o percentil dá 75 (A2) — mas 20 é lista TRUNCADA, não população. Esse 75 é PISO: universo maior só empurra para cima.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exige percentil 87,5.  (N-5)/N &gt;= 0,875  -&gt;  N &gt;= 40.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a área ter 40 veículos. Tem centenas. Logo A1 — limite, não estimativa.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8 seções do artigo e a função de cada uma. 15 páginas.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Introduction  (p.1-3)   contextualiza, 3 questões de pesquisa, contribuições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Legal Background of GDPR Consent  (p.3-4)   define juridicamente as 4 violações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Methodology  (p.4-6)   como identificar os avisos de consentimento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Large-Scale Analysis  (p.6-11)   aplicação em escala + resultados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Developer Notification  (p.11-12)   notifica devs e coleta respostas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 Discussion  (p.12-13)   ·  7  Related Work  (p.13)  ·  8  Conclusion  (p.13)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é a seção 7, NÃO a 2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(3) separado da aplicação (4)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3+4 = 7,5 de 15 páginas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seção de Limitações nem de Ética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detalhada é CONSEQUÊNCIA da escala. No exemplo da professora o avaliador teve de reconstruir o método; com 239 mil apps isso seria impossível.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movimentos, cada um em uma ou duas frases.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Contextualiza:  "Adopted in May 2018, the GDPR requires the consent... to be freely given"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Lacuna:  "no research has systematically studied how consent notices are implemented"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 "we perform the first large-scale study into consent notices"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Método:  "a mostly automated and scalable approach... 239,381 Android apps"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Resultados:  4 mecanismos · 13.082 apps · 30.160 sem aviso · 2.688 (20,54%) violam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Palavras-chave:  Android Security; Consent; GDPR; User Privacy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 a lacuna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palavras-chave trazem Consent e GDPR, mas NÃO trazem tracking nem third-party — que estão no título. Isso diz como os autores querem ser encontrados.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pelo fenômeno cotidiano, não pela técnica. E declara 3 questões.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"Every time we load a page... information about us will be broadcast to large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of companies, most notably for advertising purposes."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 Do mobile apps implement any form of consent notices?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 Can these consent notices be legally justified under GDPR?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 Are developers aware of the requirements and of their own violations?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 na literatura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Questões de pesquisa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 em lista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rodapé 1: eles chamam de violação POTENCIAL de propósito, para não emitir juízo jurídico — que seria consultoria legal regulada. Mesmo cuidado que a LGPD exige de mim.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 — o funil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do AndroZoo, três critérios de inclusão, dois instrumentos.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5.800.000   nomes de apps na lista do AndroZoo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≥10k downloads · permissão sensível · atualizado após maio/2018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250.972   aplicativos obtidos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análise dinâmica bem-sucedida em 95,38%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239.381   analisados  →  13.082 com aviso  →  2.688 (20,54%) violam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30.160   não tentam sequer implementar aviso  ·  1.127 devs notificados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AndroZoo — a MESMA do meu TCC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critérios de inclusão explícitos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PLN + clustering + verificação manual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dinâmica de tráfego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Reportam a taxa de sucesso, não só o total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denominador MUDA no meio: os 20,54% são sobre os 13.082 que têm mecanismo, não sobre os 239.381. E os 30.160 são categoria separada — não têm mecanismo nenhum.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instrumentos independentes validam cada afirmação.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2.181  (16,67%)  enviaram dado ANTES do consentimento explícito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1.084  ( 8,28%)  sem qualquer forma de recusar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134            enviaram dado DEPOIS do opt-out explícito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~99%           das violações envolvem o Android Advertising ID (AAID)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Validação:  a tela prova que o aviso existe; o tráfego prova que o dado saiu.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intervalo de confiança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tamanho de efeito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grupo de controle ← minha lacuna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artefato público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não é transmissão. É o mesmo par estático+dinâmico que eu vou precisar no meu trabalho: detectar o SDK não prova que ele enviou dado.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6, autônoma, com três subseções.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6.1  Widespread Violation of GDPR Consent   →  não é caso isolado, é prática difundida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  Transparency of Processing Users' Data  →  o problema não é só ilegalidade, é opacidade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6.3  Lack of Support for Developers          →  falta ferramenta e orientação, não sobra má-fé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 de medir 2.688 violações, eles NÃO concluem que os devs agem de má-fé.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Usam as respostas coletadas na Seção 5 para reenquadrar a causa.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 com a literatura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normativa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à explicação fácil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movimento que o MEU resultado pede: 0 de 396 apps de governo com anúncio. Se houver rastreador, não é monetização — é dependência técnica.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o resumo quase palavra por palavra — com UMA diferença.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RESUMO:      "2,688 (20.54%) apps VIOLATE at least one..."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CONCLUSÃO:   "2,688 (20.54%) apps POTENTIALLY VIOLATE at least one..."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nota de rodapé 1 explica que "potencial" foi escolha deliberada, para não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emitir juízo jurídico. Logo a CONCLUSÃO está correta e o RESUMO escorrega.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o objetivo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a 3ª questão de pesquisa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normativa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que o resumo promete com o que a conclusão entrega é análise crítica de verdade — e aqui ela encontra uma inconsistência real num artigo A*.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2026-09-21T11:34:08Z</dcterms:created>
  <dcterms:modified xsi:type="dcterms:W3CDTF">2026-09-21T11:34:08Z</dcterms:modified>
</cp:coreProperties>
</file>