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você não está supondo que o recorte existe, você mediu. Enfatize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de trabalho assumido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Rastreadores de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já verificado: 396 aplicativos, 71 publicadores públicos distintos.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8138160" cy="1737360"/>
          </a:xfrm>
          <a:prstGeom prst="roundRect">
            <a:avLst>
              <a:gd name="adj" fmla="val 3158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67512" y="28986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ajuste conforme a conversa com o orientador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3172968"/>
            <a:ext cx="78089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orientador apontar outra direção, troque o artigo — ainda há tempo.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Diga em uma frase por que o tema ainda é 'de trabalho' e não definitivo: isso é honesto e antecipa a pergunta.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já houver termo de aceite assinado, mencione o nome do orientador aqui.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candidatos passaram por teste de viabilidade antes de virar projeto. Dois caíram.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7660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948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5948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5028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316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3316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de 71 publicadores públicos.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esferas representadas e o publicador identificado na origem — sem trabalho de atribuição.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 recorte já é viável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hipótese: eu medi.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governamentais de 71 publicadores públicos distintos, cobrindo as esferas federal, estadual e municipal.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me dá o método; o meu recorte dá o que ele não cobriu. E o corpus para cobri-lo já foi verificado.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828800"/>
          </a:xfrm>
          <a:prstGeom prst="roundRect">
            <a:avLst>
              <a:gd name="adj" fmla="val 3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42416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levantar — CCS é CONFERÊNCIA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16736"/>
            <a:ext cx="36255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h5-index do CCS (Google Scholar → Metrics):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h5-mediana: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Qualis correspondente ao h5: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Rank (portal.core.edu.au — aberto):  ______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926080"/>
            <a:ext cx="3954780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540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 que rende ponto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64992"/>
            <a:ext cx="35890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Técnico (p. 12) diz que, para veículos sem CiteScore/JCR, o percentil é ESTIMADO por regressão CiteScore–h5.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estrato obtido por essa via é aproximação — diga isso.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2026-09-16T11:12:18Z</dcterms:created>
  <dcterms:modified xsi:type="dcterms:W3CDTF">2026-09-16T11:12:18Z</dcterms:modified>
</cp:coreProperties>
</file>