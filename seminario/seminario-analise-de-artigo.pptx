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Diga que em Computação a conferência é o veículo principal, diferente de outras áreas. Isso justifica usar h5 e CORE em vez de JCR e Scopus.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você não está supondo que o recorte existe, você mediu. Enfatize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de trabalho assumido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Rastreadores de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já verificado: 396 aplicativos, 71 publicadores públicos distintos.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8138160" cy="1737360"/>
          </a:xfrm>
          <a:prstGeom prst="roundRect">
            <a:avLst>
              <a:gd name="adj" fmla="val 3158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667512" y="28986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ajuste conforme a conversa com o orientador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3172968"/>
            <a:ext cx="78089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orientador apontar outra direção, troque o artigo — ainda há tempo.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Diga em uma frase por que o tema ainda é 'de trabalho' e não definitivo: isso é honesto e antecipa a pergunta.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já houver termo de aceite assinado, mencione o nome do orientador aqui.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candidatos passaram por teste de viabilidade antes de virar projeto. Dois caíram.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7660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948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5948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50280" y="1325880"/>
            <a:ext cx="2590800" cy="2331720"/>
          </a:xfrm>
          <a:prstGeom prst="roundRect">
            <a:avLst>
              <a:gd name="adj" fmla="val 2353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3160" y="145389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33160" y="1764792"/>
            <a:ext cx="222504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de 71 publicadores públicos.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esferas representadas e o publicador identificado na origem — sem trabalho de atribuição.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Betrayed by the Guardian: Security and Privacy Risks of Parental Control Solutions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ALI, S.; ELGHARABAWY, M.; DUCHAUSSOY, Q.; MANNAN, M.; YOUSSEF, A.  In: Proceedings of the 36th Annual Computer Security Applications Conference (ACSAC '20), 2020, p. 69–83.  DOI: 10.1145/3427228.3427287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próprias: 8 dispositivos de rede, 29 apps Android (13 soluções), 10 extensões Chrome e 8 aplicações Windows, entre mar/2019 e mai/2020 — mais análise automatizada de 153 apps.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exata onde os autores descrevem a coleta própria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a paginação e o DOI na versão da ACM DL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artigo de CONFERÊNCIA — define quais métricas levantar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que valoriza a citação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de 2020 em conferência de segurança de primeira linha.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a média de citações da área, se conseguir o dado — contextualizar vale mais que o número cru.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O recorte já é viável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hipótese: eu medi.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 governamentais de 71 publicadores públicos distintos, cobrindo as esferas federal, estadual e municipal.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me dá o método; o meu recorte dá o que ele não cobriu. E o corpus para cobri-lo já foi verificado.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828800"/>
          </a:xfrm>
          <a:prstGeom prst="roundRect">
            <a:avLst>
              <a:gd name="adj" fmla="val 3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42416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levantar — artigo de conferência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16736"/>
            <a:ext cx="36255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h5-index (Google Scholar → Metrics):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h5-mediana: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Qualis correspondente: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Rank (portal.core.edu.au — aberto):  ______  (ano: ____)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926080"/>
            <a:ext cx="3954780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540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 que rende ponto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64992"/>
            <a:ext cx="35890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Técnico (p. 12) diz que, para veículos sem CiteScore/JCR, o percentil é ESTIMADO por regressão CiteScore–h5.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estrato obtido por essa via é aproximação — diga isso.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2026-09-15T20:45:33Z</dcterms:created>
  <dcterms:modified xsi:type="dcterms:W3CDTF">2026-09-15T20:45:33Z</dcterms:modified>
</cp:coreProperties>
</file>