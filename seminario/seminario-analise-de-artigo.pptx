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Trinta segundos no maximo por tema. O objetivo e mostrar que a escolha foi testada, nao contar a historia inteira. Se alguem perguntar detalhe de algum deles, o registro completo esta no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busca encontrou o Kollnig et al. SOUPS 2021, que e a alternativa mais seria. Se perguntarem se voce avaliou outras opcoes, a resposta esta no proprio print: 34 citacoes contra 52, um ano mais velho, e SOUPS e CORE B contra A* do CCS.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Cibersegurança, na vertente de medição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sensível,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Testei quatro temas antes de escolher. Três não sobreviveram aos dados.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industrial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Queria medir equipamento de indústria exposto na internet.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endereços que achei respondiam a três protocolos ao mesmo tempo. Equipamento de verdade não faz isso: eram armadilhas e servidores de nuvem.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que imitam bancos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Procurei endereços falsos em 20 mil registros de certificado digital.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achei nenhum. Golpe hoje quase nunca põe o nome do banco no endereço do site.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de banco brasileiro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 medir o parentesco entre famílias de vírus.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 que o repositório identifica a campanha do golpe, não o programa. Eu estava medindo a coisa errada. Registrei o erro.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de governo   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de 71 órgãos públicos, nas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loja diz quem publicou cada um. Não preciso descobrir de quem é o app, que foi justamente o que faltou nos outros três.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faz parte do método. É o que as aulas 04 e 07 chamam de maturidade em pesquisa.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até este artigo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Scopus, pelo portal da CAPES via CAFe, em 21 de setembro de 2026.</a:t>
            </a:r>
            <a:endParaRPr lang="en-US" sz="1250" dirty="0"/>
          </a:p>
        </p:txBody>
      </p:sp>
      <p:pic>
        <p:nvPicPr>
          <p:cNvPr id="5" name="Image 0" descr="/home/user/TCC/seminario/pesquisa/busca-scopus-resultad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7008"/>
            <a:ext cx="5074920" cy="29352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49240" y="1207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buscas, no campo título, resumo e palavras-chave: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349240" y="1499616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"third-party tracking" AND consent AND android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8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4 resultados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"third party" AND tracking AND android AND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(consent OR GDPR)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8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12 resultados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2697480"/>
          <a:ext cx="32918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4048"/>
                <a:gridCol w="384048"/>
                <a:gridCol w="9144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User Tracking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citado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Freely Given Consent?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fait accompli?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veículo menor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349240" y="3950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 também encontrou a alternativa que eu considerei e descartei.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Trung Tin; BACKES, Michael; STOCK, Ben.   In: CCS '22, Proceedings of the 2022 ACM SIGSAC Conference on Computer and Communications Security. Los Angeles, 7–11 nov. 2022, p. 2369–2383.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RESEARCH-ARTICLE  ·  FREE ACCESS  ·  15 páginas  ·  artefato: github.com/cispa/gdpr-consent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confirmam que é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Library:  etiqueta RESEARCH-ARTICLE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Scopus:  tipo de documento Conference Paper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artigo:  corpus e ferramenta construídos pelos autores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artigo importa: os números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CITAÇÕES levantadas nas três bases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7772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  42          Scopus  52          Google Acadêmico  99  (9 versões)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em 07/11/2022  ·  1.539 downloads na ACM  ·  239.381 apps analisados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42 &lt; 52 &lt; 99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hierarquia de cobertura das bases.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ACM conta só o próprio acervo. O Scopus acrescenta IEEE, Springer e Elsevier. O Scholar agrupa 9 versões do trabalho e ainda conta teses e relatórios.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equilíbrio, e 239 mil apps já é critério quantitativo por si só.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artigo importa: o conteúdo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aplicativos comerciais, estudados sob o GDPR.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brasileiro. É onde o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0,401].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publicidade. é dependência técnica. Isso muda a pergunta.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691640"/>
          </a:xfrm>
          <a:prstGeom prst="roundRect">
            <a:avLst>
              <a:gd name="adj" fmla="val 324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OBRIGATÓRIOS,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(posição 19 é a AsiaCCS, h5 41, outro evento)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761488"/>
            <a:ext cx="3954780" cy="1673352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95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00400"/>
            <a:ext cx="35890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75, que seria A2.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A1. É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estratos, então o valor publicado pode divergir da tabela.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do artigo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seções em quinze páginas. À direita, o que chama atenção.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Introduction            p.1-3    contexto, 3 perguntas, contribuições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Legal Background        p.3-4    define na lei as 4 violações que vai medir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Methodology             p.4-6    como achar os avisos de consentimento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Large-Scale Analysis    p.6-11   aplica em escala e mostra os resultados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Developer Notification  p.11-12  avisa os desenvolvedores, coleta respostas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 Discussion              p.12-13  interpreta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 Related Work            p.13     revisão da literatura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 Conclusion              p.13     fecha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revisão da literatura é a seção 7, não a 2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(3) vem separado da aplicação (4)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seções 3 e 4 ocupam metade do artigo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seção de Limitações nem de Ética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estudo de 239 mil aplicativos, método detalhado é consequência da escala. No exemplo da professora o avaliador teve que reconstruir o método porque não havia seção.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movimentos, um por frase. É modelo de como escrever o meu.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      o GDPR exige consentimento livre, específico e informado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LACUNA        ninguém estudou como os avisos são de fato implementados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      primeiro estudo em larga escala sobre esses avisos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MÉTODO        abordagem automatizada aplicada a 239.381 aplicativos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     30.160 sem aviso nenhum; 2.688 dos que têm, violam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IMPLICAÇÃO    falta transparência e falta apoio aos desenvolvedores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Palavras-chave: Android Security, Consent, GDPR, User Privacy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cabe em uma frase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trazem Consent e GDPR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não trazem tracking nem third-party,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estão no título do artigo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mostram como os autores querem ser encontrados. Compare com os termos que eu usei na minha busca.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pelo que acontece com o usuário, não pela técnica.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"Toda vez que abrimos uma página ou usamos um aplicativo, informação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sobre nós é transmitida a um grande número de empresas."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declara três perguntas de pesquisa: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os aplicativos implementam algum tipo de aviso de consentimento?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  esses avisos se justificam juridicamente sob o GDPR?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  os desenvolvedores sabem que estão em violação?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o problema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objetivo e contribuições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3 perguntas são respondíveis por medição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nota de rodapé 1 eles explicam que dizem violação POTENCIAL de propósito, para não emitir juízo jurídico. Mesmo cuidado que a LGPD vai exigir de mim.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método, e o funil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vindo do AndroZoo, três critérios de entrada, dois instrumentos.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5.800.000   nomes de aplicativos na lista do AndroZoo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mais de 10 mil downloads, pede permissão sensível,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atualizado depois de maio de 2018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250.972   aplicativos obtidos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a análise funcionou em 95,38% deles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239.381   analisados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13.082   têm aviso de consentimento   →   2.688 violam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30.160   não têm aviso nenhum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AndroZoo é a mesma fonte que eu vou usar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critérios de entrada declarados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instrumentos: a tela e o tráfego de rede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Reportam quanto NÃO conseguiram analisar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denominador muda no meio do funil: os 2.688 são sobre os 13.082 que têm aviso, não sobre os 239 mil. E os 30.160 são outra categoria, não têm aviso nenhum.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é sustentada por dois instrumentos independentes.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2.181   mandaram dado ANTES de o usuário consentir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1.084   não oferecem nenhuma forma de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134   mandaram dado DEPOIS de o usuário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Quase todas as violações envolvem o identificador de anúncio do Android.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tela prova que o aviso existe. O tráfego prova que o dado saiu.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 sozinho não sustenta a afirmação.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intervalo de confiança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tamanho de efeito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grupo de controle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essa é a minha lacuna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não é transmissão. E o mesmo par de instrumentos que eu vou precisar: detectar o SDK no aplicativo nao prova que ele enviou dado.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seção própria, com três subseções.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6.1   a violação é generalizada, não é caso isolado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   o problema não é só ilegalidade, é falta de transparência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6.3   falta ferramenta e orientação para o desenvolvedor cumprir a lei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 encontrar 2.688 violações, eles NÃO concluem que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desenvolvedores agem de má-fé. Usam as respostas que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coletaram na seção 5 para deslocar a causa.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com 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implicação prática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à explicação fácil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mesmo movimento que o meu resultado pede: nenhum dos 396 apps de governo tem anuncio. Se houver rastreador, nao e para ganhar dinheiro, e dependencia tecnica.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 resumo quase palavra por palavra. Com uma diferença.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RESUMO:      2.688 aplicativos VIOLAM ao menos um requisito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 CONCLUSÃO:   2.688 aplicativos POTENCIALMENTE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nota de rodapé 1 diz que "potencialmente" foi escolha deliberada,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 não emitir juízo jurídico.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 a conclusão está certa e o resumo escorrega.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 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a terceira pergunta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 implicação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que o resumo promete com o que a conclusao entrega e analise critica de verdade. Aqui ela encontra uma inconsistencia real num artigo de conferencia A*.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cobre, e acrescento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2026-09-21T12:08:30Z</dcterms:created>
  <dcterms:modified xsi:type="dcterms:W3CDTF">2026-09-21T12:08:30Z</dcterms:modified>
</cp:coreProperties>
</file>